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فُرصة  Fursa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Gaza's Digital Employment Platform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talent with opportunity  •  Arabic/RTL-First  •  May 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roles: Job Seeker  |  Employer  |  Admin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0972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2651760" cy="3200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51560"/>
            <a:ext cx="2651760" cy="9144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Access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24028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seekers in Gaza lack access to quality employment opportunities and modern hiring infrastructure.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051560"/>
            <a:ext cx="2651760" cy="3200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1051560"/>
            <a:ext cx="2651760" cy="9144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429000" y="17830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Platform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29000" y="224028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have no reliable, localized platform to reach qualified candidates in the region.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051560"/>
            <a:ext cx="2651760" cy="3200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126480" y="1051560"/>
            <a:ext cx="2651760" cy="9144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263640" y="17830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Barrier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63640" y="224028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job platforms are English-only, excluding the majority of Arabic-speaking job seekers.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0972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2651760" cy="3291840"/>
          </a:xfrm>
          <a:prstGeom prst="rect">
            <a:avLst/>
          </a:prstGeom>
          <a:solidFill>
            <a:srgbClr val="1D307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2651760" cy="822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34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باحث عن عمل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01168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Browse active job listings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542032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Apply with a cover letter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072384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Save jobs for later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602736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Track application status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051560"/>
            <a:ext cx="2651760" cy="3291840"/>
          </a:xfrm>
          <a:prstGeom prst="rect">
            <a:avLst/>
          </a:prstGeom>
          <a:solidFill>
            <a:srgbClr val="1D3070"/>
          </a:solidFill>
          <a:ln/>
        </p:spPr>
      </p:sp>
      <p:sp>
        <p:nvSpPr>
          <p:cNvPr id="13" name="Shape 11"/>
          <p:cNvSpPr/>
          <p:nvPr/>
        </p:nvSpPr>
        <p:spPr>
          <a:xfrm>
            <a:off x="3291840" y="1051560"/>
            <a:ext cx="2651760" cy="822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1234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1600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صاحب عمل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201168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 job listings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29000" y="2542032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 applicants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29000" y="3072384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Accept or reject applications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29000" y="3602736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Manage company profile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1051560"/>
            <a:ext cx="2651760" cy="3291840"/>
          </a:xfrm>
          <a:prstGeom prst="rect">
            <a:avLst/>
          </a:prstGeom>
          <a:solidFill>
            <a:srgbClr val="1D3070"/>
          </a:solidFill>
          <a:ln/>
        </p:spPr>
      </p:sp>
      <p:sp>
        <p:nvSpPr>
          <p:cNvPr id="21" name="Shape 19"/>
          <p:cNvSpPr/>
          <p:nvPr/>
        </p:nvSpPr>
        <p:spPr>
          <a:xfrm>
            <a:off x="6126480" y="1051560"/>
            <a:ext cx="2651760" cy="822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1234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263640" y="1600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مشرف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63640" y="201168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Moderate all job postings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63640" y="2542032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Manage all users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63640" y="3072384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Approve / reject listings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63640" y="3602736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platform oversight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0972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188720"/>
            <a:ext cx="3977640" cy="1508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05840" y="13258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719072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via Google OAuth or email/password through Clerk's secure auth flow.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77640" cy="1508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394960" y="13258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Role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94960" y="1719072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first login, choose your role: Job Seeker, Employer, or Admin.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880360"/>
            <a:ext cx="3977640" cy="1508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005840" y="30175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Dashboard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3410712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your role-specific dashboard: post jobs, apply to listings, or moderate content.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880360"/>
            <a:ext cx="3977640" cy="1508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394960" y="30175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Language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94960" y="3410712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between Arabic (RTL) and English instantly — no page reload required.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0972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4023360" cy="1115568"/>
          </a:xfrm>
          <a:prstGeom prst="rect">
            <a:avLst/>
          </a:prstGeom>
          <a:solidFill>
            <a:srgbClr val="263A6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64008" cy="11155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/ RTL First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the ground up for right-to-left layout and Arabic typography.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1097280"/>
            <a:ext cx="4023360" cy="1115568"/>
          </a:xfrm>
          <a:prstGeom prst="rect">
            <a:avLst/>
          </a:prstGeom>
          <a:solidFill>
            <a:srgbClr val="263A6A"/>
          </a:solidFill>
          <a:ln/>
        </p:spPr>
      </p:sp>
      <p:sp>
        <p:nvSpPr>
          <p:cNvPr id="9" name="Shape 7"/>
          <p:cNvSpPr/>
          <p:nvPr/>
        </p:nvSpPr>
        <p:spPr>
          <a:xfrm>
            <a:off x="4800600" y="1097280"/>
            <a:ext cx="64008" cy="11155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1887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Language Toggle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600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AR/EN without a page reload; state persisted to localStorage.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4023360" cy="1115568"/>
          </a:xfrm>
          <a:prstGeom prst="rect">
            <a:avLst/>
          </a:prstGeom>
          <a:solidFill>
            <a:srgbClr val="263A6A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331720"/>
            <a:ext cx="64008" cy="11155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4231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28346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guards + backend middleware enforce role permissions.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2331720"/>
            <a:ext cx="4023360" cy="1115568"/>
          </a:xfrm>
          <a:prstGeom prst="rect">
            <a:avLst/>
          </a:prstGeom>
          <a:solidFill>
            <a:srgbClr val="263A6A"/>
          </a:solidFill>
          <a:ln/>
        </p:spPr>
      </p:sp>
      <p:sp>
        <p:nvSpPr>
          <p:cNvPr id="17" name="Shape 15"/>
          <p:cNvSpPr/>
          <p:nvPr/>
        </p:nvSpPr>
        <p:spPr>
          <a:xfrm>
            <a:off x="4800600" y="2331720"/>
            <a:ext cx="64008" cy="11155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24231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Auth via Clerk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28346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 + email/password with JWT verification on every API call.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4023360" cy="1115568"/>
          </a:xfrm>
          <a:prstGeom prst="rect">
            <a:avLst/>
          </a:prstGeom>
          <a:solidFill>
            <a:srgbClr val="263A6A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566160"/>
            <a:ext cx="64008" cy="11155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6576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Job Lifecycle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40690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→ Active → Closed with employer controls and admin moderation.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3566160"/>
            <a:ext cx="4023360" cy="1115568"/>
          </a:xfrm>
          <a:prstGeom prst="rect">
            <a:avLst/>
          </a:prstGeom>
          <a:solidFill>
            <a:srgbClr val="263A6A"/>
          </a:solidFill>
          <a:ln/>
        </p:spPr>
      </p:sp>
      <p:sp>
        <p:nvSpPr>
          <p:cNvPr id="25" name="Shape 23"/>
          <p:cNvSpPr/>
          <p:nvPr/>
        </p:nvSpPr>
        <p:spPr>
          <a:xfrm>
            <a:off x="4800600" y="3566160"/>
            <a:ext cx="64008" cy="11155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36576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Tracking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83480" y="40690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Seekers track status: pending → reviewed → accepted / rejected.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0"/>
            <a:ext cx="50292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743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100584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0584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modern, production-grade stack built for performance and long-term maintainability.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23774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pnpm monorepo with shared API contracts via OpenAPI codegen.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51960" y="457200"/>
            <a:ext cx="1508760" cy="12618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251960" y="1572768"/>
            <a:ext cx="1508760" cy="146304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0" name="Text 8"/>
          <p:cNvSpPr/>
          <p:nvPr/>
        </p:nvSpPr>
        <p:spPr>
          <a:xfrm>
            <a:off x="4343400" y="658368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43400" y="123444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852160" y="457200"/>
            <a:ext cx="1508760" cy="12618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5852160" y="1572768"/>
            <a:ext cx="1508760" cy="146304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0" y="658368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0" y="123444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Layers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452360" y="457200"/>
            <a:ext cx="1508760" cy="12618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452360" y="1572768"/>
            <a:ext cx="1508760" cy="146304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8" name="Text 16"/>
          <p:cNvSpPr/>
          <p:nvPr/>
        </p:nvSpPr>
        <p:spPr>
          <a:xfrm>
            <a:off x="7543800" y="658368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543800" y="123444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251960" y="1883664"/>
            <a:ext cx="1508760" cy="12618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251960" y="2999232"/>
            <a:ext cx="1508760" cy="146304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2" name="Text 20"/>
          <p:cNvSpPr/>
          <p:nvPr/>
        </p:nvSpPr>
        <p:spPr>
          <a:xfrm>
            <a:off x="4343400" y="2084832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Drizzle ORM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43400" y="2660904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Layer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852160" y="1883664"/>
            <a:ext cx="1508760" cy="12618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5852160" y="2999232"/>
            <a:ext cx="1508760" cy="146304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0" y="2084832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0" y="2660904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452360" y="1883664"/>
            <a:ext cx="1508760" cy="12618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7452360" y="2999232"/>
            <a:ext cx="1508760" cy="146304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0" name="Text 28"/>
          <p:cNvSpPr/>
          <p:nvPr/>
        </p:nvSpPr>
        <p:spPr>
          <a:xfrm>
            <a:off x="7543800" y="2084832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543800" y="2660904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251960" y="3310128"/>
            <a:ext cx="1508760" cy="12618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4251960" y="4425696"/>
            <a:ext cx="1508760" cy="146304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4" name="Text 32"/>
          <p:cNvSpPr/>
          <p:nvPr/>
        </p:nvSpPr>
        <p:spPr>
          <a:xfrm>
            <a:off x="4343400" y="3511296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343400" y="408736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Fetch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852160" y="3310128"/>
            <a:ext cx="1508760" cy="12618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5852160" y="4425696"/>
            <a:ext cx="1508760" cy="146304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8" name="Text 36"/>
          <p:cNvSpPr/>
          <p:nvPr/>
        </p:nvSpPr>
        <p:spPr>
          <a:xfrm>
            <a:off x="5943600" y="3511296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v4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43600" y="408736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452360" y="3310128"/>
            <a:ext cx="1508760" cy="12618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7452360" y="4425696"/>
            <a:ext cx="1508760" cy="146304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2" name="Text 40"/>
          <p:cNvSpPr/>
          <p:nvPr/>
        </p:nvSpPr>
        <p:spPr>
          <a:xfrm>
            <a:off x="7543800" y="3511296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pnpm Workspaces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543800" y="408736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22960"/>
            <a:ext cx="7315200" cy="2926080"/>
          </a:xfrm>
          <a:prstGeom prst="rect">
            <a:avLst/>
          </a:prstGeom>
          <a:solidFill>
            <a:srgbClr val="1D3070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822960"/>
            <a:ext cx="91440" cy="2926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005840"/>
            <a:ext cx="6766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 a region where economic opportunities are scarce, Fursa provides a trusted bridge between talent and employers — in the language of the people it serves."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88720" y="301752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Fursa Platform Vision Statement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39319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44074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834640" y="39319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834640" y="44074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Types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0" y="39319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846320" y="44074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0" y="39319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858000" y="44074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فُرصة  Fursa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Gaza's Digital Employment Platform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251460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talent with opportunity.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Arabic-first. Role-based. Production-ready.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React + Vite + Tailwind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83280" y="3794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Express + Drizzle + PostgreSQL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0" y="3794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 Clerk (Google + Email)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Fursa — Platform Overview</dc:title>
  <dc:subject>PptxGenJS Presentation</dc:subject>
  <dc:creator>PptxGenJS</dc:creator>
  <cp:lastModifiedBy>PptxGenJS</cp:lastModifiedBy>
  <cp:revision>1</cp:revision>
  <dcterms:created xsi:type="dcterms:W3CDTF">2026-05-03T07:43:15Z</dcterms:created>
  <dcterms:modified xsi:type="dcterms:W3CDTF">2026-05-03T07:43:15Z</dcterms:modified>
</cp:coreProperties>
</file>